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9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81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6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83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3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3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91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2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56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206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236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1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77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37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61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84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  <p:sldLayoutId id="2147483963" r:id="rId14"/>
    <p:sldLayoutId id="2147483964" r:id="rId15"/>
    <p:sldLayoutId id="2147483965" r:id="rId16"/>
    <p:sldLayoutId id="214748396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312092"/>
            <a:ext cx="9001463" cy="12091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Flight search and booking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2583403"/>
            <a:ext cx="9001462" cy="40326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Course Name: FEDF and UI </a:t>
            </a:r>
          </a:p>
          <a:p>
            <a:r>
              <a:rPr lang="en-US" dirty="0"/>
              <a:t>Course Code: 25CS1201E</a:t>
            </a:r>
          </a:p>
          <a:p>
            <a:r>
              <a:rPr lang="en-US" dirty="0"/>
              <a:t>Section: 4</a:t>
            </a:r>
          </a:p>
          <a:p>
            <a:r>
              <a:rPr lang="en-US" dirty="0"/>
              <a:t>Guided By: Dr. </a:t>
            </a:r>
            <a:r>
              <a:rPr lang="en-US" dirty="0" err="1"/>
              <a:t>Neelima</a:t>
            </a:r>
            <a:r>
              <a:rPr lang="en-US" dirty="0"/>
              <a:t> </a:t>
            </a:r>
            <a:r>
              <a:rPr lang="en-US" dirty="0" err="1"/>
              <a:t>Gogineni</a:t>
            </a:r>
            <a:endParaRPr lang="en-US" dirty="0"/>
          </a:p>
          <a:p>
            <a:r>
              <a:rPr lang="en-US" dirty="0"/>
              <a:t>1st Year </a:t>
            </a:r>
            <a:r>
              <a:rPr lang="en-US" dirty="0" err="1"/>
              <a:t>BTech</a:t>
            </a:r>
            <a:r>
              <a:rPr lang="en-US" dirty="0"/>
              <a:t> 3rd Semester</a:t>
            </a:r>
          </a:p>
          <a:p>
            <a:r>
              <a:rPr lang="en-US" dirty="0"/>
              <a:t>Team Members:</a:t>
            </a:r>
          </a:p>
          <a:p>
            <a:r>
              <a:rPr lang="en-US" dirty="0"/>
              <a:t>2520030157 – Surendra</a:t>
            </a:r>
          </a:p>
          <a:p>
            <a:r>
              <a:rPr lang="en-US" dirty="0"/>
              <a:t>2520090186 – </a:t>
            </a:r>
            <a:r>
              <a:rPr lang="en-US" dirty="0" err="1"/>
              <a:t>Ajith</a:t>
            </a:r>
            <a:r>
              <a:rPr lang="en-US" dirty="0"/>
              <a:t> Reddy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3043170" cy="1086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451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87767"/>
            <a:ext cx="10353762" cy="4903433"/>
          </a:xfrm>
        </p:spPr>
        <p:txBody>
          <a:bodyPr/>
          <a:lstStyle/>
          <a:p>
            <a:r>
              <a:rPr lang="en-US" dirty="0" smtClean="0"/>
              <a:t>OBJECTIVES</a:t>
            </a:r>
          </a:p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ABSTRACT </a:t>
            </a:r>
          </a:p>
          <a:p>
            <a:r>
              <a:rPr lang="en-US" dirty="0" smtClean="0"/>
              <a:t>EXISTING SOLUTION</a:t>
            </a:r>
          </a:p>
          <a:p>
            <a:r>
              <a:rPr lang="en-US" dirty="0" smtClean="0"/>
              <a:t>PROPOSED SOLUTION</a:t>
            </a:r>
          </a:p>
          <a:p>
            <a:r>
              <a:rPr lang="en-US" dirty="0" smtClean="0"/>
              <a:t>TECHNOLOGIES USED </a:t>
            </a:r>
          </a:p>
          <a:p>
            <a:r>
              <a:rPr lang="en-US" dirty="0" smtClean="0"/>
              <a:t>HOW CO’S ARE RELATED TO OUR PROJECT </a:t>
            </a:r>
          </a:p>
          <a:p>
            <a:r>
              <a:rPr lang="en-US" dirty="0" smtClean="0"/>
              <a:t>FUTURE IMPLEMENTATION IN OUR PROJECT </a:t>
            </a:r>
          </a:p>
          <a:p>
            <a:r>
              <a:rPr lang="en-US" dirty="0" smtClean="0"/>
              <a:t>CONCLUSION </a:t>
            </a:r>
          </a:p>
          <a:p>
            <a:r>
              <a:rPr lang="en-US" dirty="0" smtClean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2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search available flights easily. </a:t>
            </a:r>
          </a:p>
          <a:p>
            <a:r>
              <a:rPr lang="en-US" dirty="0"/>
              <a:t>To display flight details to users. </a:t>
            </a:r>
          </a:p>
          <a:p>
            <a:r>
              <a:rPr lang="en-US" dirty="0"/>
              <a:t>To allow users to book flight tickets online. </a:t>
            </a:r>
          </a:p>
          <a:p>
            <a:r>
              <a:rPr lang="en-US" dirty="0"/>
              <a:t>To provide seat selection functionality. </a:t>
            </a:r>
          </a:p>
          <a:p>
            <a:r>
              <a:rPr lang="en-US" dirty="0"/>
              <a:t>To manage user login and registration. </a:t>
            </a:r>
          </a:p>
          <a:p>
            <a:r>
              <a:rPr lang="en-US" dirty="0"/>
              <a:t>To show booking confirmation after successful booking. </a:t>
            </a:r>
          </a:p>
          <a:p>
            <a:r>
              <a:rPr lang="en-US" dirty="0"/>
              <a:t>To create a simple and user-friendly interface. </a:t>
            </a:r>
          </a:p>
          <a:p>
            <a:r>
              <a:rPr lang="en-US" dirty="0"/>
              <a:t>To make flight booking fast and convenient. </a:t>
            </a:r>
          </a:p>
        </p:txBody>
      </p:sp>
    </p:spTree>
    <p:extLst>
      <p:ext uri="{BB962C8B-B14F-4D97-AF65-F5344CB8AC3E}">
        <p14:creationId xmlns:p14="http://schemas.microsoft.com/office/powerpoint/2010/main" val="358062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Flight Search and Booking System is a web-based application that helps users search for available flights and book tickets online. </a:t>
            </a:r>
            <a:endParaRPr lang="en-US" dirty="0" smtClean="0"/>
          </a:p>
          <a:p>
            <a:r>
              <a:rPr lang="en-US" dirty="0" smtClean="0"/>
              <a:t>Users </a:t>
            </a:r>
            <a:r>
              <a:rPr lang="en-US" dirty="0"/>
              <a:t>can enter their travel details, view available flights, select seats, and confirm bookings through a simple interface.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makes the booking process faster, easier, and more convenient by providing all flight-related information in one place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developed using modern web technologies such as React and JavaScript to deliver a smooth and user-friendly experience.</a:t>
            </a:r>
          </a:p>
        </p:txBody>
      </p:sp>
    </p:spTree>
    <p:extLst>
      <p:ext uri="{BB962C8B-B14F-4D97-AF65-F5344CB8AC3E}">
        <p14:creationId xmlns:p14="http://schemas.microsoft.com/office/powerpoint/2010/main" val="421865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Flight Search and Booking System is a web application designed to simplify the process of searching and booking flight tickets.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users to search for available flights, view flight details, select seats, and complete bookings through an easy-to-use interface.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provides a fast, convenient, and user-friendly way to manage flight reservations.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using modern web technologies, the application ensures smooth navigation, efficient data handling, and an improved booking experience for users.</a:t>
            </a:r>
          </a:p>
        </p:txBody>
      </p:sp>
    </p:spTree>
    <p:extLst>
      <p:ext uri="{BB962C8B-B14F-4D97-AF65-F5344CB8AC3E}">
        <p14:creationId xmlns:p14="http://schemas.microsoft.com/office/powerpoint/2010/main" val="44106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Currently, flight booking is done through airline websites and online travel portals.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systems allow users to search for flights, compare fares, and book tickets online.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some existing solutions have complex interfaces and require users to visit multiple websites to compare flight options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This can make the booking process time-consuming and less convenient for users.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05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Flight Search and Booking System provides a simple and user-friendly platform for searching and booking flights. </a:t>
            </a:r>
            <a:endParaRPr lang="en-US" dirty="0" smtClean="0"/>
          </a:p>
          <a:p>
            <a:r>
              <a:rPr lang="en-US" dirty="0" smtClean="0"/>
              <a:t>Users </a:t>
            </a:r>
            <a:r>
              <a:rPr lang="en-US" dirty="0"/>
              <a:t>can easily enter their travel details, view available flights, select seats, and confirm bookings in one place.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offers a smooth booking experience, reduces the time required to find suitable flights, and makes flight reservations more convenient and efficient.</a:t>
            </a:r>
          </a:p>
        </p:txBody>
      </p:sp>
    </p:spTree>
    <p:extLst>
      <p:ext uri="{BB962C8B-B14F-4D97-AF65-F5344CB8AC3E}">
        <p14:creationId xmlns:p14="http://schemas.microsoft.com/office/powerpoint/2010/main" val="295620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</a:p>
          <a:p>
            <a:r>
              <a:rPr lang="en-US" dirty="0" smtClean="0"/>
              <a:t>CSS </a:t>
            </a:r>
          </a:p>
          <a:p>
            <a:r>
              <a:rPr lang="en-US" dirty="0" smtClean="0"/>
              <a:t>JAVA SCRIPT </a:t>
            </a:r>
          </a:p>
          <a:p>
            <a:r>
              <a:rPr lang="en-US" dirty="0" smtClean="0"/>
              <a:t>REACT </a:t>
            </a:r>
          </a:p>
          <a:p>
            <a:r>
              <a:rPr lang="en-US" dirty="0" smtClean="0"/>
              <a:t>VITE </a:t>
            </a:r>
          </a:p>
          <a:p>
            <a:r>
              <a:rPr lang="en-US" dirty="0" smtClean="0"/>
              <a:t>GITHUB </a:t>
            </a:r>
          </a:p>
        </p:txBody>
      </p:sp>
    </p:spTree>
    <p:extLst>
      <p:ext uri="{BB962C8B-B14F-4D97-AF65-F5344CB8AC3E}">
        <p14:creationId xmlns:p14="http://schemas.microsoft.com/office/powerpoint/2010/main" val="208690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CO’S ARE RELATED TO OUR PROJECT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784958"/>
              </p:ext>
            </p:extLst>
          </p:nvPr>
        </p:nvGraphicFramePr>
        <p:xfrm>
          <a:off x="913795" y="2325839"/>
          <a:ext cx="10353674" cy="2560320"/>
        </p:xfrm>
        <a:graphic>
          <a:graphicData uri="http://schemas.openxmlformats.org/drawingml/2006/table">
            <a:tbl>
              <a:tblPr/>
              <a:tblGrid>
                <a:gridCol w="5176837"/>
                <a:gridCol w="5176837"/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Relation to Flight Search and Booking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Built interactive UI using React components.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Used JavaScript ES6 and async operations.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Managed data using props, state, and hooks.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Integrated APIs and handled flight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Implemented routing, forms, and validation.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Tested, optimized, and deployed the project.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21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implementation in our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future, the Flight Search and Booking System can be enhanced by adding online payment integration, real-time flight tracking, and ticket cancellation features.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can also include email and SMS notifications, personalized flight recommendations, and a mobile application for better user convenience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Additional </a:t>
            </a:r>
            <a:r>
              <a:rPr lang="en-US" dirty="0"/>
              <a:t>security features and advanced search filters can further improve the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54921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Flight Search and Booking System provides a simple, fast, and user-friendly way to search and book flight tickets online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helps users view flight details, select seats, and complete bookings easily.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project improves the overall booking experience and demonstrates the effective use of modern web technologies to build an efficient and reliable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804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018" y="2722486"/>
            <a:ext cx="10353761" cy="1326321"/>
          </a:xfrm>
        </p:spPr>
        <p:txBody>
          <a:bodyPr/>
          <a:lstStyle/>
          <a:p>
            <a:r>
              <a:rPr lang="en-US" dirty="0" smtClean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921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23</TotalTime>
  <Words>650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Flight search and booking system</vt:lpstr>
      <vt:lpstr>CONTENTS</vt:lpstr>
      <vt:lpstr>OBJECTIVES</vt:lpstr>
      <vt:lpstr>INTRODUCTION</vt:lpstr>
      <vt:lpstr>ABSTRACT</vt:lpstr>
      <vt:lpstr>EXISTING SOLUTION</vt:lpstr>
      <vt:lpstr>PROPOSED SOLUTION</vt:lpstr>
      <vt:lpstr>Technologies used</vt:lpstr>
      <vt:lpstr>HOW CO’S ARE RELATED TO OUR PROJECT </vt:lpstr>
      <vt:lpstr>Future implementation in our project</vt:lpstr>
      <vt:lpstr>Conclusion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search and booking system</dc:title>
  <dc:creator>Sai Surendra</dc:creator>
  <cp:lastModifiedBy>Sai Surendra</cp:lastModifiedBy>
  <cp:revision>4</cp:revision>
  <dcterms:created xsi:type="dcterms:W3CDTF">2026-06-13T13:01:20Z</dcterms:created>
  <dcterms:modified xsi:type="dcterms:W3CDTF">2026-06-13T17:39:29Z</dcterms:modified>
</cp:coreProperties>
</file>